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MasterView">
  <p:normalViewPr>
    <p:restoredLeft sz="15620"/>
    <p:restoredTop sz="94660"/>
  </p:normalViewPr>
  <p:slideViewPr>
    <p:cSldViewPr snapToGrid="0" snapToObjects="1">
      <p:cViewPr varScale="1">
        <p:scale>
          <a:sx n="86" d="100"/>
          <a:sy n="86" d="100"/>
        </p:scale>
        <p:origin x="1354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viewProps" Target="viewProps.xml"/><Relationship Id="rId2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5" Type="http://schemas.openxmlformats.org/officeDocument/2006/relationships/tableStyles" Target="tableStyles.xml"/><Relationship Id="rId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3" baseType="lpstr">
      <vt:lpstr>Arial</vt:lpstr>
      <vt:lpstr>Calibri</vt:lpstr>
      <vt:lpstr>Office Theme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Hetanshi Patel</cp:lastModifiedBy>
  <cp:revision>2</cp:revision>
  <dcterms:created xsi:type="dcterms:W3CDTF">2013-01-27T09:14:16Z</dcterms:created>
  <dcterms:modified xsi:type="dcterms:W3CDTF">2026-01-26T12:28:19Z</dcterms:modified>
  <cp:category/>
</cp:coreProperties>
</file>