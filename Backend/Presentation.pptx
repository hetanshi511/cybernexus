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3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000" b="1"/>
            </a:pPr>
            <a:r>
              <a:t>AI Trends in 2024: A Comprehensive Overview</a:t>
            </a:r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865376" cy="2863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 Control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828800"/>
          <a:ext cx="64008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Document Title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AI Trends in 2024: A Comprehensive Overview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Version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Creation Date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2026-03-24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Document Owner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rghbr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Email-Contact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brghbfhrbh@hbh.ej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fbhrb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Approved By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bhb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000000"/>
                          </a:solidFill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DCE6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00000"/>
                          </a:solidFill>
                        </a:defRPr>
                      </a:pPr>
                      <a:r>
                        <a:t>Internal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865376" cy="286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92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McKinsey Technology Trends Outlook: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- McKinsey's report highlights 13 frontier technology trends</a:t>
            </a:r>
          </a:p>
          <a:p>
            <a:pPr>
              <a:spcAft>
                <a:spcPts val="1200"/>
              </a:spcAft>
              <a:defRPr sz="1800"/>
            </a:pPr>
            <a:r>
              <a:t>- These trends have the potential to transform global business</a:t>
            </a:r>
          </a:p>
          <a:p>
            <a:pPr>
              <a:spcAft>
                <a:spcPts val="1200"/>
              </a:spcAft>
              <a:defRPr sz="1800"/>
            </a:pPr>
            <a:r>
              <a:t>- AI is one of the key trends impacting various sectors</a:t>
            </a:r>
          </a:p>
          <a:p>
            <a:pPr>
              <a:spcAft>
                <a:spcPts val="1200"/>
              </a:spcAft>
              <a:defRPr sz="1800"/>
            </a:pPr>
            <a:r>
              <a:t>- The report provides in-depth perspectives on these trends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865376" cy="286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92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and Inclusivity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- AI is expected to promote inclusivity in the workplace</a:t>
            </a:r>
          </a:p>
          <a:p>
            <a:pPr>
              <a:spcAft>
                <a:spcPts val="1200"/>
              </a:spcAft>
              <a:defRPr sz="1800"/>
            </a:pPr>
            <a:r>
              <a:t>- AI tools can help bridge gaps in accessibility</a:t>
            </a:r>
          </a:p>
          <a:p>
            <a:pPr>
              <a:spcAft>
                <a:spcPts val="1200"/>
              </a:spcAft>
              <a:defRPr sz="1800"/>
            </a:pPr>
            <a:r>
              <a:t>- AI can provide personalized learning experiences</a:t>
            </a:r>
          </a:p>
          <a:p>
            <a:pPr>
              <a:spcAft>
                <a:spcPts val="1200"/>
              </a:spcAft>
              <a:defRPr sz="1800"/>
            </a:pPr>
            <a:r>
              <a:t>- AI can assist in creating more equitable opportunities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865376" cy="286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92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in Creative Industries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- AI is transforming creative industries</a:t>
            </a:r>
          </a:p>
          <a:p>
            <a:pPr>
              <a:spcAft>
                <a:spcPts val="1200"/>
              </a:spcAft>
              <a:defRPr sz="1800"/>
            </a:pPr>
            <a:r>
              <a:t>- Watercolor painting effects are a popular trend</a:t>
            </a:r>
          </a:p>
          <a:p>
            <a:pPr>
              <a:spcAft>
                <a:spcPts val="1200"/>
              </a:spcAft>
              <a:defRPr sz="1800"/>
            </a:pPr>
            <a:r>
              <a:t>- AI can convert ordinary photographs into stunning artworks</a:t>
            </a:r>
          </a:p>
          <a:p>
            <a:pPr>
              <a:spcAft>
                <a:spcPts val="1200"/>
              </a:spcAft>
              <a:defRPr sz="1800"/>
            </a:pPr>
            <a:r>
              <a:t>- AI is enhancing the creative process for artists and designers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865376" cy="286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92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AI-Generated Content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200"/>
              </a:spcAft>
              <a:defRPr sz="1800"/>
            </a:pPr>
            <a:r>
              <a:t>- AI is creating new opportunities in content creation</a:t>
            </a:r>
          </a:p>
          <a:p>
            <a:pPr>
              <a:spcAft>
                <a:spcPts val="1200"/>
              </a:spcAft>
              <a:defRPr sz="1800"/>
            </a:pPr>
            <a:r>
              <a:t>- AI can generate content briefs using trending topics</a:t>
            </a:r>
          </a:p>
          <a:p>
            <a:pPr>
              <a:spcAft>
                <a:spcPts val="1200"/>
              </a:spcAft>
              <a:defRPr sz="1800"/>
            </a:pPr>
            <a:r>
              <a:t>- AI tools like the Exploding Topics API are being used to identify trends</a:t>
            </a:r>
          </a:p>
          <a:p>
            <a:pPr>
              <a:spcAft>
                <a:spcPts val="1200"/>
              </a:spcAft>
              <a:defRPr sz="1800"/>
            </a:pPr>
            <a:r>
              <a:t>- AI is making content creation more efficient and effective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1865376" cy="2863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0" y="649224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/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Hetanshi Patel</cp:lastModifiedBy>
  <cp:revision>2</cp:revision>
  <dcterms:created xsi:type="dcterms:W3CDTF">2013-01-27T09:14:16Z</dcterms:created>
  <dcterms:modified xsi:type="dcterms:W3CDTF">2026-01-26T12:27:24Z</dcterms:modified>
  <cp:category/>
</cp:coreProperties>
</file>